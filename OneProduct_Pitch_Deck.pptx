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Bir ürün. Tüm e-ticaret. Tamamen otonom.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OneProduct Agent OS —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KOBİ satıcılar 12 farklı yüzeyle uğraşıyor: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Pazar araştırması ve ürün keşfi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Marka kimliği ve görsel tasarım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Mağaza kurulumu ve optimizasyon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Fiyatlandırma stratejisi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Reklam ve performans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Organik içerik üretimi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Lojistik ve tedarik zinciri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Müşteri desteği ve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Yorum ve itibar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Analitik ve raporlama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• Yasal uyumluluk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Sonuç: Parçalı araçlar, yüksek maliyet, düşük verimlilik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22 uzman ajan + 89 araç = Tam otonomi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🤖 Uzman Ajanslar: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CEO Agent • Research • Brand • Pricing • Growth • Operations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Support • Legal • Analytics • Content • Inventory • Negotiation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Logistics • Dynamic Pricing • Autonomous Decision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🔧 Araç Kategorileri (89 tool):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Pazar araştırması • Fiyat karşılaştırma • Stok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Trendyol/Shopify/Amazon entegrasyonu • reklam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Müşteri desteği • içerik üretimi • finansal analitik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MİMARİ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0" cy="1828800"/>
          </a:xfrm>
          <a:prstGeom prst="roundRect">
            <a:avLst/>
          </a:prstGeom>
          <a:solidFill>
            <a:srgbClr val="FF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HERMES</a:t>
            </a:r>
            <a:br/>
            <a:r>
              <a:t>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572000"/>
            <a:ext cx="4572000" cy="1828800"/>
          </a:xfrm>
          <a:prstGeom prst="roundRect">
            <a:avLst/>
          </a:prstGeom>
          <a:solidFill>
            <a:srgbClr val="64C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OPENCLAW</a:t>
            </a:r>
            <a:br/>
            <a:r>
              <a:t>Tool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1828800" cy="822960"/>
          </a:xfrm>
          <a:prstGeom prst="roundRect">
            <a:avLst/>
          </a:prstGeom>
          <a:solidFill>
            <a:srgbClr val="96B4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CEO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645920"/>
            <a:ext cx="1828800" cy="822960"/>
          </a:xfrm>
          <a:prstGeom prst="roundRect">
            <a:avLst/>
          </a:prstGeom>
          <a:solidFill>
            <a:srgbClr val="96B4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81360" y="1645920"/>
            <a:ext cx="1828800" cy="822960"/>
          </a:xfrm>
          <a:prstGeom prst="roundRect">
            <a:avLst/>
          </a:prstGeom>
          <a:solidFill>
            <a:srgbClr val="96B4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Pricing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743200"/>
            <a:ext cx="1828800" cy="822960"/>
          </a:xfrm>
          <a:prstGeom prst="roundRect">
            <a:avLst/>
          </a:prstGeom>
          <a:solidFill>
            <a:srgbClr val="96B4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Brand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743200"/>
            <a:ext cx="1828800" cy="822960"/>
          </a:xfrm>
          <a:prstGeom prst="roundRect">
            <a:avLst/>
          </a:prstGeom>
          <a:solidFill>
            <a:srgbClr val="96B4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Growth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029200"/>
            <a:ext cx="1828800" cy="822960"/>
          </a:xfrm>
          <a:prstGeom prst="roundRect">
            <a:avLst/>
          </a:prstGeom>
          <a:solidFill>
            <a:srgbClr val="B4C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89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5029200"/>
            <a:ext cx="1828800" cy="822960"/>
          </a:xfrm>
          <a:prstGeom prst="roundRect">
            <a:avLst/>
          </a:prstGeom>
          <a:solidFill>
            <a:srgbClr val="B4C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JSON Schema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6126480"/>
            <a:ext cx="1828800" cy="822960"/>
          </a:xfrm>
          <a:prstGeom prst="roundRect">
            <a:avLst/>
          </a:prstGeom>
          <a:solidFill>
            <a:srgbClr val="B4C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Permission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6126480"/>
            <a:ext cx="1828800" cy="822960"/>
          </a:xfrm>
          <a:prstGeom prst="roundRect">
            <a:avLst/>
          </a:prstGeom>
          <a:solidFill>
            <a:srgbClr val="B4C8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Audit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486400" y="2011680"/>
            <a:ext cx="1371600" cy="27432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200400" y="3200400"/>
            <a:ext cx="0" cy="137160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486400" y="5486400"/>
            <a:ext cx="1371600" cy="0"/>
          </a:xfrm>
          <a:prstGeom prst="line">
            <a:avLst/>
          </a:prstGeom>
          <a:ln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7315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← User 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GEMİNİ ENTEGRASYONU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5 Endpoint — Tam Kapsamlı AI Altyapısı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1️⃣  generateContent (Text)      → Agent prompt'ları, özetleme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2️⃣  generateContent (Vision)     → Ürün görseli analizi, OCR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3️⃣  generateImages (Image)       → Marka görseli üretimi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4️⃣  generateContent (Live)      → Gerçek zamanlı sesli komut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5️⃣  embedContent (Embedding)    → RAG memory search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Fallback: MockProvider (offline geliştirme)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Güvenlik: API key validation + circuit breaker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OTONOMİ KATMANI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Karar Motoru + Politika Sistemi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⚡ DecisionEngine: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Action type, value, risk, confidence değerlendirmesi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Policy-gated evaluation (auto_approved / needs_approval / rejected)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📋 AutonomyPolicy Thresholds: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max_price_change_pct: ±5%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max_carrier_switch_cost_try: $10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min_confidence: 0.6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risk_auto_threshold: low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🛡️ İnsan-in-the-loop Approval Gates: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Fiyat değişiklikleri &gt;±5%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Toplu e-posta gönderimi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Yasal metin yayınlanması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CANLI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Sistem Demo Videosu (90 saniye)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📹 Demo Senaryo: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1. Onboarding (Gemini Vision) — Ürün fotoğrafı yükle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2. Voice Command (Gemini Live) — Sesli komut ver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3. Autonomy Console — DAG görselleştirme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4. Trendyol Live Action — Entegrasyon demo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5. ROI Kapanış — Sonuçları göster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[VIDEO EMBED EDİLECEK]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Demo: https://demo.oneproduct.ai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PERFORMANS METRİKLERİ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Operasyonel Sonuçlar: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📊 47 otomatik karar / gün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(fiyat optimizasyonu, stok uyarısı, müşteri yanıtı)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💰 +%18.4 kar artışı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(dinamik fiyatlandırma + optimal reklam harcaması)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💵 $0.41 ortalama maliyet / işlem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(LLM maliyeti + araç kullanımı)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⏱️ %80 zaman tasarrufu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(manual işlemler → otonom execution)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A0A19"/>
                </a:solidFill>
              </a:defRPr>
            </a:pPr>
            <a:r>
              <a:t>YOL HARİTASI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Türkiye Pazaryerleri Genişleme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Q2 2026: Trendyol Entegrasyonu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Listing oluşturma ve optimizasyon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Fiyat senkronizasyonu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Stok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Q3 2026: Hepsiburada + n11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Çoklu platform yönetimi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Order aggregation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Q4 2026: Amazon Türkiye + Shopify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Global expand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   • Marketplace API'leri</a:t>
            </a: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</a:p>
          <a:p>
            <a:pPr>
              <a:spcAft>
                <a:spcPts val="1600"/>
              </a:spcAft>
              <a:defRPr sz="2400">
                <a:solidFill>
                  <a:srgbClr val="323232"/>
                </a:solidFill>
              </a:defRPr>
            </a:pPr>
            <a:r>
              <a:t>2027: UE + MENA pazaryerleri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1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Teşekkürler!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GitHub: github.com/NeoMagic-coder/oneproduct-agent-os</a:t>
            </a:r>
            <a:br/>
            <a:r>
              <a:t>Demo: https://demo.oneproduct.ai</a:t>
            </a:r>
            <a:br/>
            <a:r>
              <a:t>Gökhan Türkmen — gokhan@oneproduct.ai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